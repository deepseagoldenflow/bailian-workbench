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381000"/>
            <a:ext cx="10922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200" b="true">
                <a:solidFill>
                  <a:srgbClr val="333333"/>
                </a:solidFill>
                <a:ea typeface="微软雅黑"/>
              </a:rPr>
              <a:t>项目概述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905000"/>
            <a:ext cx="10922000" cy="635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800">
                <a:solidFill>
                  <a:srgbClr val="505050"/>
                </a:solidFill>
                <a:ea typeface="微软雅黑"/>
              </a:rPr>
              <a:t>项目背景与目标
核心测试范围说明
关键成功指标定义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381000"/>
            <a:ext cx="10922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200" b="true">
                <a:solidFill>
                  <a:srgbClr val="333333"/>
                </a:solidFill>
                <a:ea typeface="微软雅黑"/>
              </a:rPr>
              <a:t>市场分析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905000"/>
            <a:ext cx="10922000" cy="635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800">
                <a:solidFill>
                  <a:srgbClr val="505050"/>
                </a:solidFill>
                <a:ea typeface="微软雅黑"/>
              </a:rPr>
              <a:t>行业趋势与竞争格局
目标用户需求洞察
测试场景市场适配性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381000"/>
            <a:ext cx="10922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200" b="true">
                <a:solidFill>
                  <a:srgbClr val="333333"/>
                </a:solidFill>
                <a:ea typeface="微软雅黑"/>
              </a:rPr>
              <a:t>解决方案架构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905000"/>
            <a:ext cx="10922000" cy="635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800">
                <a:solidFill>
                  <a:srgbClr val="505050"/>
                </a:solidFill>
                <a:ea typeface="微软雅黑"/>
              </a:rPr>
              <a:t>技术框架与工具链
模块化测试流程设计
风险控制与应急预案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381000"/>
            <a:ext cx="10922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200" b="true">
                <a:solidFill>
                  <a:srgbClr val="333333"/>
                </a:solidFill>
                <a:ea typeface="微软雅黑"/>
              </a:rPr>
              <a:t>财务与ROI评估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905000"/>
            <a:ext cx="10922000" cy="635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800">
                <a:solidFill>
                  <a:srgbClr val="505050"/>
                </a:solidFill>
                <a:ea typeface="微软雅黑"/>
              </a:rPr>
              <a:t>预算分配与成本结构
预期收益量化模型
投资回报周期测算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381000"/>
            <a:ext cx="10922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200" b="true">
                <a:solidFill>
                  <a:srgbClr val="333333"/>
                </a:solidFill>
                <a:ea typeface="微软雅黑"/>
              </a:rPr>
              <a:t>实施路线图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905000"/>
            <a:ext cx="10922000" cy="635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800">
                <a:solidFill>
                  <a:srgbClr val="505050"/>
                </a:solidFill>
                <a:ea typeface="微软雅黑"/>
              </a:rPr>
              <a:t>阶段里程碑规划
跨部门协作机制
持续优化与迭代策略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