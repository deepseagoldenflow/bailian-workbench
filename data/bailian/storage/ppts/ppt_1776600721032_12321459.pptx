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2192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381000"/>
            <a:ext cx="10922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3200" b="true">
                <a:solidFill>
                  <a:srgbClr val="333333"/>
                </a:solidFill>
                <a:ea typeface="微软雅黑"/>
              </a:rPr>
              <a:t>测试体系概述与核心价值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905000"/>
            <a:ext cx="10922000" cy="635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1800">
                <a:solidFill>
                  <a:srgbClr val="505050"/>
                </a:solidFill>
                <a:ea typeface="微软雅黑"/>
              </a:rPr>
              <a:t>明确测试在业务交付中的定位
保障产品质量与用户体验
降低后期维护成本与风险
构建标准化测试流程框架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381000"/>
            <a:ext cx="10922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3200" b="true">
                <a:solidFill>
                  <a:srgbClr val="333333"/>
                </a:solidFill>
                <a:ea typeface="微软雅黑"/>
              </a:rPr>
              <a:t>核心测试策略与方法论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905000"/>
            <a:ext cx="10922000" cy="635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1800">
                <a:solidFill>
                  <a:srgbClr val="505050"/>
                </a:solidFill>
                <a:ea typeface="微软雅黑"/>
              </a:rPr>
              <a:t>功能测试与非功能测试全覆盖
自动化测试与持续集成融合
敏捷迭代下的测试左移实践
多维度风险评估与优先级划分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381000"/>
            <a:ext cx="10922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3200" b="true">
                <a:solidFill>
                  <a:srgbClr val="333333"/>
                </a:solidFill>
                <a:ea typeface="微软雅黑"/>
              </a:rPr>
              <a:t>标准化测试执行流程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905000"/>
            <a:ext cx="10922000" cy="635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1800">
                <a:solidFill>
                  <a:srgbClr val="505050"/>
                </a:solidFill>
                <a:ea typeface="微软雅黑"/>
              </a:rPr>
              <a:t>需求评审与测试用例设计
环境搭建与数据准备规范
缺陷生命周期管理与跟踪
测试报告输出与质量门禁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381000"/>
            <a:ext cx="10922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3200" b="true">
                <a:solidFill>
                  <a:srgbClr val="333333"/>
                </a:solidFill>
                <a:ea typeface="微软雅黑"/>
              </a:rPr>
              <a:t>质量度量与效能提升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905000"/>
            <a:ext cx="10922000" cy="635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1800">
                <a:solidFill>
                  <a:srgbClr val="505050"/>
                </a:solidFill>
                <a:ea typeface="微软雅黑"/>
              </a:rPr>
              <a:t>关键质量指标（缺陷率/覆盖率）
测试周期与资源利用率分析
自动化脚本复用与ROI评估
持续优化测试工具链与平台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381000"/>
            <a:ext cx="10922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3200" b="true">
                <a:solidFill>
                  <a:srgbClr val="333333"/>
                </a:solidFill>
                <a:ea typeface="微软雅黑"/>
              </a:rPr>
              <a:t>测试演进规划与业务赋能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905000"/>
            <a:ext cx="10922000" cy="635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1800">
                <a:solidFill>
                  <a:srgbClr val="505050"/>
                </a:solidFill>
                <a:latin typeface="微软雅黑"/>
              </a:rPr>
              <a:t>AI驱动的智能测试探索
全链路质量保障体系建设
跨部门协同与质量文化塑造
以测试驱动业务持续增长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